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EcoTrace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Carbon Footprint Tracker &amp; AI Eco-Coach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SDG 13: Climate Action Capstone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4572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Sarthak Ghag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https://github.com/sarthakghag39-glitch/EcoTrace.git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Carbon Footprint Visibility Gap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EcoTrace Capstone Presentation  |  SDG 13: Climate 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Lack of Personal Footprint Visibility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Individuals consume transit, food, and home utilities daily but have zero metrics translating these habits into kg of carbon equivalents (kg CO2e).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Dry and Complex Existing Tools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Most existing footprint calculators are static spreadsheets or dry questionnaires that fail to engage users or reinforce daily habits.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The Personalization Deficit &amp; Eco-Anxiety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Generic environmental tips are too broad and ineffective. Users feel overwhelmed by the scale of climate action without localized, customized advice.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EcoTrace: A Gamified Ecology Companion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EcoTrace Capstone Presentation  |  SDG 13: Climate 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Premium Glassmorphic Web App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A responsive Single Page Application (SPA) designed to make carbon emissions calculations visually immediate, intuitive, and beautiful.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Dynamic Habit Gamification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Converts carbon calculations and checked green quests into XP points, streaks, levels, and public standings to reinforce sustainable choices.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AI-Driven Eco-Coaching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Uses the Google Gemini API to analyze logged data in real-time, delivering localized, context-specific advice with a typewriter visual effect.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SYSTEM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Core Modules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EcoTrace Capstone Presentation  |  SDG 13: Climate Action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Carbon Calculator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4-part wizard translating travel, energy, diet, and waste into concrete kg CO2e.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Eco-Coach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Gemini API for context-specific recommendations with a robust local safety fallback.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Daily Quests Log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3434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Checkable climate quests (e.g. Public Transit) that award XP and monitor carbon offset offsets.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74904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Leaderboards &amp; Charts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3434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Chart.js to render history lines, category breakdowns, and compare top levels.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Full-Stack Software Ecosystem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EcoTrace Capstone Presentation  |  SDG 13: Climate Action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 Presentation: Client state coordinator (HTML5/CSS3).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Vanilla JS (ES6+): Client-side event routers and JSON request dispatchers.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Chart.js: Doughnut category charts and historical tracker logs.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Typewriter Effect: Typing animation on the AI Insights panel.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API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92024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&amp; Express: Hosts servers and handles JSON body request parses.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Routing: Endpoint routing for auth, quests, and scores.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API: @google/genai library executes prompt generations.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 Guards: JWT token authorization headers.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192024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JSON Database: db.json flat files storing profiles, logs, and quests.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ORM engine: db.js handles query search, updates, and inserts.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Seeded Data: Populated leaderboard rankings and active daily challenges.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TOUR - INTERFACES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Page, Dashboard, and Wizard Calculator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EcoTrace Capstone Presentation  |  SDG 13: Climate 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Landing Page (Before Login)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383280" cy="21031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C:\WD project\public\screenshots\screenshot_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3383280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User Dashboard (Initial state)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383280" cy="21031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1" descr="C:\WD project\public\screenshots\screensho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37360"/>
            <a:ext cx="3383280" cy="2103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Input Wizard (Waste Step)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737360"/>
            <a:ext cx="3383280" cy="21031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4" name="Image 2" descr="C:\WD project\public\screenshots\screensho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37360"/>
            <a:ext cx="3383280" cy="21031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alignments showcasing the responsive Single Page Application paths.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Calculators use client-side sliders and state checks to direct database inputs.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TOUR - AI &amp;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Gemini Insights and Community Standings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EcoTrace Capstone Presentation  |  SDG 13: Climate 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Eco-Coach insights panel in 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120640" cy="29260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C:\WD project\public\screenshots\screenshot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12064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1371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Dynamic Chart.js and competitive leaderboard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737360"/>
            <a:ext cx="5120640" cy="29260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1" descr="C:\WD project\public\screenshots\screenshot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120640" cy="2926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footprint logs are sent, the AI Coach automatically renders typed advice based on categories.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metrics instantly reflect user footprints, streaks, and community leaderboard standings.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Climate Action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EcoTrace Capstone Presentation  |  SDG 13: Climate 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Dedicated Mobile Applications (iOS &amp; Android)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Build native wrappers or specialized mobile views to enable push notifications for daily quests and quick-log calculator widgets.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Smart Home IoT Utility Integrations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Connect directly with home smart meters and vehicle APIs to automatically sync utility and distance metrics without manual input.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</a:rPr>
              <a:t>Advanced ML Recommendations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Train local, lightweight prediction networks to offer micro-tips based on weather trends, local transit grids, and seasonal cycles.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2026-07-07T06:47:42Z</dcterms:created>
  <dcterms:modified xsi:type="dcterms:W3CDTF">2026-07-07T06:47:42Z</dcterms:modified>
</cp:coreProperties>
</file>